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ea648242847a5" /><Relationship Type="http://schemas.openxmlformats.org/officeDocument/2006/relationships/extended-properties" Target="/docProps/app.xml" Id="R2e1857337c404251" /><Relationship Type="http://schemas.openxmlformats.org/officeDocument/2006/relationships/officeDocument" Target="/ppt/presentation.xml" Id="R3d6a947d079b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4e9163ec574b8f"/>
  </p:sldMasterIdLst>
  <p:notesMasterIdLst>
    <p:notesMasterId xmlns:r="http://schemas.openxmlformats.org/officeDocument/2006/relationships" r:id="R32c36f9e8ba34381"/>
  </p:notesMasterIdLst>
  <p:sldIdLst>
    <p:sldId xmlns:r="http://schemas.openxmlformats.org/officeDocument/2006/relationships" id="256" r:id="R1d2dffc66c9141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d9bd204b454dd2" /><Relationship Type="http://schemas.openxmlformats.org/officeDocument/2006/relationships/slideMaster" Target="/ppt/slideMasters/slideMaster1.xml" Id="R354e9163ec574b8f" /><Relationship Type="http://schemas.openxmlformats.org/officeDocument/2006/relationships/notesMaster" Target="/ppt/notesMasters/notesMaster1.xml" Id="R32c36f9e8ba34381" /><Relationship Type="http://schemas.openxmlformats.org/officeDocument/2006/relationships/presProps" Target="/ppt/presProps.xml" Id="Rfe29e11578f24c07" /><Relationship Type="http://schemas.openxmlformats.org/officeDocument/2006/relationships/tableStyles" Target="/ppt/tableStyles.xml" Id="Rf035aad7527a417c" /><Relationship Type="http://schemas.openxmlformats.org/officeDocument/2006/relationships/slide" Target="/ppt/slides/slide1.xml" Id="R1d2dffc66c91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42dabab9e8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d732a8ae44746" /><Relationship Type="http://schemas.openxmlformats.org/officeDocument/2006/relationships/notesMaster" Target="/ppt/notesMasters/notesMaster1.xml" Id="Ra37e777e45bc45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b2558567544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8897dc7a44267" /><Relationship Type="http://schemas.openxmlformats.org/officeDocument/2006/relationships/slideLayout" Target="/ppt/slideLayouts/slideLayout1.xml" Id="Rda9f3a8514fc4f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9f3a8514fc4f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fb340801748d0" /><Relationship Type="http://schemas.openxmlformats.org/officeDocument/2006/relationships/image" Target="/ppt/media/image.png" Id="R9a621ced2b3b400c" /><Relationship Type="http://schemas.openxmlformats.org/officeDocument/2006/relationships/image" Target="/ppt/media/image2.png" Id="R6e41bf73fed34d90" /><Relationship Type="http://schemas.openxmlformats.org/officeDocument/2006/relationships/notesSlide" Target="/ppt/notesSlides/notesSlide1.xml" Id="R56faa53caab344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0362FFB4-1E35-4729-ACAB-57594311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6486497-F6A7-4C4C-A00B-6270870F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CPMP V4.0 FULL SNAPSHOT · OPEN120 + BF + CV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9E9BC5-036C-481C-BF51-B9F65EE5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Hardness shows quality pressure after full coverage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24E2BBF-B182-4BAC-A3E8-7AAA359F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V4.0 stable solves all 1,681 benchmark cases; the hard CV tail now appears as path-quality pressure rather than feasibility failure.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21ced2b3b400c"/>
          <a:stretch xmlns:a="http://schemas.openxmlformats.org/drawingml/2006/main"/>
        </p:blipFill>
        <p:spPr>
          <a:xfrm xmlns:a="http://schemas.openxmlformats.org/drawingml/2006/main">
            <a:off x="398751" y="1466850"/>
            <a:ext cx="7184447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right-rail-bg">
            <a:extLst xmlns:a="http://schemas.openxmlformats.org/drawingml/2006/main">
              <a:ext uri="{FF2B5EF4-FFF2-40B4-BE49-F238E27FC236}">
                <a16:creationId xmlns:a16="http://schemas.microsoft.com/office/drawing/2014/main" id="{527767C2-B93A-4517-BECF-03F448AD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66850"/>
            <a:ext cx="39243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right-rail-title">
            <a:extLst xmlns:a="http://schemas.openxmlformats.org/drawingml/2006/main">
              <a:ext uri="{FF2B5EF4-FFF2-40B4-BE49-F238E27FC236}">
                <a16:creationId xmlns:a16="http://schemas.microsoft.com/office/drawing/2014/main" id="{A3FCB2C6-BAB8-477A-80DA-08AC27F3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Coverage against classic references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1bf73fed34d90"/>
          <a:stretch xmlns:a="http://schemas.openxmlformats.org/drawingml/2006/main"/>
        </p:blipFill>
        <p:spPr>
          <a:xfrm xmlns:a="http://schemas.openxmlformats.org/drawingml/2006/main">
            <a:off x="8061402" y="2000250"/>
            <a:ext cx="3517745" cy="2152650"/>
          </a:xfrm>
          <a:prstGeom xmlns:a="http://schemas.openxmlformats.org/drawingml/2006/main" prst="rect">
            <a:avLst/>
          </a:prstGeom>
        </p:spPr>
      </p:pic>
      <p:sp>
        <p:nvSpPr>
          <p:cNvPr id="9" name="metric-rule">
            <a:extLst xmlns:a="http://schemas.openxmlformats.org/drawingml/2006/main">
              <a:ext uri="{FF2B5EF4-FFF2-40B4-BE49-F238E27FC236}">
                <a16:creationId xmlns:a16="http://schemas.microsoft.com/office/drawing/2014/main" id="{613031D2-EBB5-4B79-82EF-92F4342C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2F047E72-8C1B-40C6-9811-BBDB6BC9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1681/1681 solved</a:t>
            </a:r>
          </a:p>
        </p:txBody>
      </p:sp>
      <p:sp>
        <p:nvSpPr>
          <p:cNvPr id="11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470E5D9B-DE66-4EFD-B3D3-B82B8700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910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solved under the stable all-solved reporting standard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0293C9C5-9559-464F-A57B-4FEFCE7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BS-FRG pure: 1545/1561</a:t>
            </a:r>
          </a:p>
        </p:txBody>
      </p:sp>
      <p:sp>
        <p:nvSpPr>
          <p:cNvPr id="13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6553A940-7536-4221-9CE0-6726F99C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54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same paper BF/CV scope, no QUBO mainline</a:t>
            </a:r>
          </a:p>
        </p:txBody>
      </p:sp>
      <p:sp>
        <p:nvSpPr>
          <p:cNvPr id="14" name="metric-3">
            <a:extLst xmlns:a="http://schemas.openxmlformats.org/drawingml/2006/main">
              <a:ext uri="{FF2B5EF4-FFF2-40B4-BE49-F238E27FC236}">
                <a16:creationId xmlns:a16="http://schemas.microsoft.com/office/drawing/2014/main" id="{98A265B8-7759-4AC0-AF69-3F019801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721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Classic beam: 84/120 open · full too slow paper</a:t>
            </a:r>
          </a:p>
        </p:txBody>
      </p:sp>
      <p:sp>
        <p:nvSpPr>
          <p:cNvPr id="15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9D99A678-48BF-4198-BFF2-77C2B655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91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55555"/>
                </a:solidFill>
              </a:defRPr>
            </a:pPr>
            <a:r>
              <a:rPr sz="938">
                <a:solidFill>
                  <a:srgbClr val="555555"/>
                </a:solidFill>
              </a:rPr>
              <a:t>A*: 30/30 Real30 only</a:t>
            </a:r>
          </a:p>
        </p:txBody>
      </p:sp>
      <p:sp>
        <p:nvSpPr>
          <p:cNvPr id="16" name="suite-note">
            <a:extLst xmlns:a="http://schemas.openxmlformats.org/drawingml/2006/main">
              <a:ext uri="{FF2B5EF4-FFF2-40B4-BE49-F238E27FC236}">
                <a16:creationId xmlns:a16="http://schemas.microsoft.com/office/drawing/2014/main" id="{7541A1F7-9845-4789-A2B8-1BDC170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Open120 120/120 · BF 721/721 · CV 840/840</a:t>
            </a:r>
          </a:p>
        </p:txBody>
      </p:sp>
      <p:sp>
        <p:nvSpPr>
          <p:cNvPr id="17" name="method-note">
            <a:extLst xmlns:a="http://schemas.openxmlformats.org/drawingml/2006/main">
              <a:ext uri="{FF2B5EF4-FFF2-40B4-BE49-F238E27FC236}">
                <a16:creationId xmlns:a16="http://schemas.microsoft.com/office/drawing/2014/main" id="{8256242D-B90F-4767-9953-679679E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Hardness = 0.30 size + 0.25 density + 0.30 initial bad ratio + 0.15 scarcity. Solution quality = relocations per container for the scatter; raw moves remain the same-case quality metric. Coverage is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485513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2026-07-09T02:23:53.1870000Z</dcterms:created>
  <dcterms:modified xsi:type="dcterms:W3CDTF">2026-07-09T02:23:53.1870000Z</dcterms:modified>
</coreProperties>
</file>